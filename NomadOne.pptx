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nous vous présentons NOMAD ONE, une enceinte Bluetooth conçue pour les utilisateurs nomades.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public bouge en permanence : il utilise son enceinte loin d'une prise, dans un sac, souvent dehors.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Autonomie, compacité, résistance : ce sont les trois besoins qui structurent tous nos choix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caractéristique répond à un besoin identifié. Nous n'avons pas choisi les valeurs maximales, mais les valeurs utiles.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différence : plus besoin d'emporter une batterie externe. L'avantage se comprend en une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99 euros, c'est le prix du marché. Mais pour ce prix on obtient deux produits en 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Même prix que les concurrents, mais une valeur d'usage supérieure pour ce public précis. Merci.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5029200" cy="5029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NOMAD ONE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L'enceinte Bluetooth qui recharge aussi votre téléphone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394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 : utilisateurs nomades  ·  Séquence 1 — Compétitivité des produits  ·  1re STI2D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Notre public : les utilisateurs nomades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Qui 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Voyageurs, étudiants, campeurs, van-lifers, télétravailleurs en déplacement.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087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Où 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94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avion, voiture, hôtel, camping, plage, montagne — intérieur comme extérieur.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Pour quoi ?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Écouter de la musique en déplacement, sonoriser un moment à plusieurs, appeler en mains libres.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7947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Contraintes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prises électriques, place limitée dans le sac, chocs, pluie, poussière, budget serré.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Trois attentes prioritaires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96596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Autonomie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toujours de prise à disposition : l'enceinte doit tenir plusieurs jours.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1688" y="164592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1728" y="196596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1728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Compacité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32461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doit se glisser dans un sac à dos sans peser ni prendre de place.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83296" y="164592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03336" y="196596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03336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Résistance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32461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Chocs, pluie, sable et poussière font partie du quotidien en déplacement.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Nos choix techniques</a:t>
            </a:r>
            <a:endParaRPr lang="en-US" sz="3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5577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Critère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Choix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Pourquoi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Plusieurs jours de voyage sans recharge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Suffisant en tente ou en chambre, sans alourdir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 g · 15 cm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glisse dans un sac à 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Résistance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IP67 + coque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Pluie, sable et chutes supportés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 5.3, stéréo, micro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Utile en déplacement, sans gadget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Mousqueton + sangle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041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S'accroche au sac ou à la tente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005840"/>
            <a:ext cx="4206240" cy="4206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Notre innovation utile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L'enceinte est aussi une batterie externe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8412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 USB-C de sortie recharge le smartphone directement depuis l'enceinte, même pendant la lecture.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nomade transportait jusqu'ici une enceinte ET une batterie externe : nous fusionnons les deux.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 et plusieurs centaines de grammes en moins dans le sac.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sécurité réelle si le téléphone tombe en panne en randonnée ou dans un train.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49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avantage compris immédiatement — pas un gadget à expliquer.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prix cohérent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840480" cy="3657600"/>
          </a:xfrm>
          <a:prstGeom prst="roundRect">
            <a:avLst>
              <a:gd name="adj" fmla="val 3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99 €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vente conseillé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82880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niveau des enceintes nomades de référence (90–130 €).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cher, il faudrait sacrifier l'IP67 ou les 24 h — nos deux atouts essentiels.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cher, nous affronterions des marques déjà installées sans avoir leur notoriété.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04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99 €, le client obtient une enceinte robuste ET une batterie externe : deux produits pour le prix d'un.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Pourquoi la choisir 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objet en moins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remplace l'enceinte et la batterie externe.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81728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Prête pour tout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26060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 d'autonomie et une étanchéité IP67.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3336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Toujours à portée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6060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Mousqueton et sangle : accrochée au sac, pas rangée dedans.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prix que la concurrence, valeur d'usage supérieure : c'est ce qui déclenche l'achat.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2026-09-09T14:11:35Z</dcterms:created>
  <dcterms:modified xsi:type="dcterms:W3CDTF">2026-09-09T14:11:35Z</dcterms:modified>
</cp:coreProperties>
</file>